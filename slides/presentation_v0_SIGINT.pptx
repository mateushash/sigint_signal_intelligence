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884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884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884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DF1D1A-BDA1-4207-A581-C968D27717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884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B15F77-6688-428B-92D0-80880463AF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00ADDD6-75A0-4135-8CE4-187CB26C0DDE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SIGNAL INTELIGENCE (SIGINT)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900000" y="1260000"/>
            <a:ext cx="8460000" cy="400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Monitorar, Proteger, Previnir.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Central de Inteligência de Sinais tem por responsabilidade monitorar frequencias de mensagens(de uma areia fixa) com o intuito de capturar mensagens criptogradas e decripta-las.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Composta por 3 tipos de nós: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Nós de Escuta(Listeners)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Nós de Decriptação ou trabalhadores(Workers)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Nós de Controle de Buffer de dados (Buffers)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Central de Comando que passará as tarefas para os buffers bem como receberá dos mesmos os resultados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852840" y="84600"/>
            <a:ext cx="7787160" cy="5501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Nodes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Listeners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Monitoram uma frequencia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Transmitem mensagens capturadas para os buffers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460" lnSpcReduction="10000"/>
          </a:bodyPr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Buffers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Mantém logs de mensagens capturadas(timestamp, frequency)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Responsaveis pelo backup das mensagens bem como organização dos buffers de mensagens(remover duplicadas)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Recebem ordens de LOAD do CC e transmitem os resultados para ela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456"/>
          </a:bodyPr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Workers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Recebem um parte da mensagem encriptada bem como um chave ou cifra(Load)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Usam algoritmos de força bruta de decriptografia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Transmitem a messagem decriptografada de volta para os buffers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/>
          </p:nvPr>
        </p:nvSpPr>
        <p:spPr>
          <a:xfrm>
            <a:off x="5113080" y="3060000"/>
            <a:ext cx="4426920" cy="15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44"/>
          </a:bodyPr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Central Command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 único usuário da rede, passa ordeners de monitoramento para os listeners, bem como ordens de load para os workers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Recebe as mensagens decriptografadas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813960" y="0"/>
            <a:ext cx="72860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Cronograma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V1: Implementação de apenas um nó de cada tipo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V2: Escalonabilidade: Aumentar o número de nós na network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V3: Otimização dos buffers: melhorar a coordenação das tarefas.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Implementação: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Rabbit Qt para controle dos buffers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Python/C++ para os nodes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Cifra/Chave: qualquer forma de código para decriptografia(morse por ex)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Work load: representa o tamanho da parte do message buffer passado para um no worker para decriptografia bem como o método de decriptografia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Message Buffer: o buffer de dados de mensagens encriptadas capturados pelos listeners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Results buffer: o buffer com as mensagens decriptografadas passado para a central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884"/>
              </a:spcBef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Logs do buffer de mensagens gerados pelos nós buffers devem conter Timestamp, nó onde foi capturado, frequencia e dados encriptografados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2026-03-08T18:42:48Z</dcterms:created>
  <dc:creator/>
  <dc:description/>
  <dc:language>pt-BR</dc:language>
  <cp:lastModifiedBy/>
  <dcterms:modified xsi:type="dcterms:W3CDTF">2026-03-08T20:27:18Z</dcterms:modified>
  <cp:revision>8</cp:revision>
  <dc:subject/>
  <dc:title/>
</cp:coreProperties>
</file>